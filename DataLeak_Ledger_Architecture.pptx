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0"/>
            <a:ext cx="2286000" cy="2286000"/>
          </a:xfrm>
          <a:prstGeom prst="ellipse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5029200"/>
            <a:ext cx="1645920" cy="1645920"/>
          </a:xfrm>
          <a:prstGeom prst="ellipse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486400"/>
            <a:ext cx="1097280" cy="1097280"/>
          </a:xfrm>
          <a:prstGeom prst="ellipse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Inter"/>
              </a:defRPr>
            </a:pPr>
            <a:r>
              <a:rPr/>
              <a:t>BLOCKCHAIN ARCHITECTURE · SMART CONTRACTS · INFORMATION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Inter"/>
              </a:defRPr>
            </a:pPr>
            <a:r>
              <a:t>DataLeak Ledger</a:t>
            </a:r>
          </a:p>
          <a:p>
            <a:pPr>
              <a:defRPr sz="2200">
                <a:solidFill>
                  <a:srgbClr val="94A3B8"/>
                </a:solidFill>
                <a:latin typeface="Inter"/>
              </a:defRPr>
            </a:pPr>
            <a:r>
              <a:t>Blockchain Audit &amp; Forensic Steganography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840480"/>
            <a:ext cx="2743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4206240"/>
            <a:ext cx="1371600" cy="320040"/>
          </a:xfrm>
          <a:prstGeom prst="roundRect">
            <a:avLst/>
          </a:prstGeom>
          <a:solidFill>
            <a:srgbClr val="101832"/>
          </a:solidFill>
          <a:ln w="9525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245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2D3EE"/>
                </a:solidFill>
                <a:latin typeface="JetBrains Mono"/>
              </a:defRPr>
            </a:pPr>
            <a:r>
              <a:t>Solidity 0.8.24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206240"/>
            <a:ext cx="1371600" cy="320040"/>
          </a:xfrm>
          <a:prstGeom prst="roundRect">
            <a:avLst/>
          </a:prstGeom>
          <a:solidFill>
            <a:srgbClr val="101832"/>
          </a:solidFill>
          <a:ln w="9525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42245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2D3EE"/>
                </a:solidFill>
                <a:latin typeface="JetBrains Mono"/>
              </a:defRPr>
            </a:pPr>
            <a:r>
              <a:t>Hardhat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206240"/>
            <a:ext cx="1371600" cy="320040"/>
          </a:xfrm>
          <a:prstGeom prst="roundRect">
            <a:avLst/>
          </a:prstGeom>
          <a:solidFill>
            <a:srgbClr val="101832"/>
          </a:solidFill>
          <a:ln w="9525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2245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2D3EE"/>
                </a:solidFill>
                <a:latin typeface="JetBrains Mono"/>
              </a:defRPr>
            </a:pPr>
            <a:r>
              <a:t>Ethers.js v6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206240"/>
            <a:ext cx="1371600" cy="320040"/>
          </a:xfrm>
          <a:prstGeom prst="roundRect">
            <a:avLst/>
          </a:prstGeom>
          <a:solidFill>
            <a:srgbClr val="101832"/>
          </a:solidFill>
          <a:ln w="9525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2245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2D3EE"/>
                </a:solidFill>
                <a:latin typeface="JetBrains Mono"/>
              </a:defRPr>
            </a:pPr>
            <a:r>
              <a:t>React 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206240"/>
            <a:ext cx="1371600" cy="320040"/>
          </a:xfrm>
          <a:prstGeom prst="roundRect">
            <a:avLst/>
          </a:prstGeom>
          <a:solidFill>
            <a:srgbClr val="101832"/>
          </a:solidFill>
          <a:ln w="9525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2245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2D3EE"/>
                </a:solidFill>
                <a:latin typeface="JetBrains Mono"/>
              </a:defRPr>
            </a:pPr>
            <a:r>
              <a:t>Express.js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4206240"/>
            <a:ext cx="1371600" cy="320040"/>
          </a:xfrm>
          <a:prstGeom prst="roundRect">
            <a:avLst/>
          </a:prstGeom>
          <a:solidFill>
            <a:srgbClr val="101832"/>
          </a:solidFill>
          <a:ln w="9525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42245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2D3EE"/>
                </a:solidFill>
                <a:latin typeface="JetBrains Mono"/>
              </a:defRPr>
            </a:pPr>
            <a:r>
              <a:t>TypeScript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Johaan Sam Sanil  ·  26 Automated Tests Passing  ·  Full-Stack Monorepo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7185"/>
                </a:solidFill>
                <a:latin typeface="Inter"/>
              </a:defRPr>
            </a:pPr>
            <a:r>
              <a:rPr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The Dual Vulnerability in Document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41148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Inter"/>
              </a:defRPr>
            </a:pPr>
            <a:r>
              <a:t>Vulnerability 1: Privileged Log Tampering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4805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Audit logs live in centralized SQL/NoSQL databases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 rogue DBA or root-access attacker can silently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ALTER or DELETE access records with zero trace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Logs can be backdated — no mathematical proof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of external integrity or non-repudiation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Result: 'Who accessed what &amp; when' becomes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completely unreliable and legally worthless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029200" cy="41148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Inter"/>
              </a:defRPr>
            </a:pPr>
            <a:r>
              <a:t>Vulnerability 2: Untraceable Copy-Paste Leaks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4805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Visual watermarks (stamps, headers) disappear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completely when text is copy-pasted to clipboard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Servers issue identical document copies to all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authorized users — no per-user differentiation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When leaked text surfaces in emails or forums,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logs show WHO downloaded but CANNOT identify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WHICH specific copy was leaked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Result: No forensic attribution is 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Inter"/>
              </a:defRPr>
            </a:pPr>
            <a:r>
              <a:rPr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Hybrid On-Chain / Off-Chain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606040" cy="43891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React 18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0574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Dark cybersecurity UI with Tailwind CSS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8 pages: Admin, Documents, Access Control,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User Portal, Forensics, Blockchain Explorer,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Audit Timeline, Login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Real-time WebSocket event streaming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Role-based route guards (admin vs user)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920240"/>
            <a:ext cx="2606040" cy="43891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Express.js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59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697480"/>
            <a:ext cx="20574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REST API gateway with JWT authentication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6 controller modules handling all business logic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Atomic on-chain permission checks before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streaming any file to clients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Socket.IO for real-time blockchain events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In-memory metadata store for quick lookups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920240"/>
            <a:ext cx="2606040" cy="43891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Inter"/>
              </a:defRPr>
            </a:pPr>
            <a:r>
              <a:t>Smart Contract (Solidity)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79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697480"/>
            <a:ext cx="20574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DataLeakLedger.sol — single source of truth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Document registration with SHA-256 hashing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Immutable version chaining (linked hash tree)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On-chain access permissions (grant/revoke)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Issuance commitment registry (Keccak-256)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OpenZeppelin AccessControl RBAC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920240"/>
            <a:ext cx="2606040" cy="43891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Inter"/>
              </a:defRPr>
            </a:pPr>
            <a:r>
              <a:t>Forensic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697480"/>
            <a:ext cx="20574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CSPRNG 256-bit token generation (crypto.randomBytes)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Keccak-256 commitment scheme (one-way hash)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Zero-width Unicode steganographic encoder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Multi-paragraph redundant marker embedding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Extraction &amp; decoder for leaked text analysis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On-chain commitment lookup for attribution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4D399"/>
                </a:solidFill>
                <a:latin typeface="Inter"/>
              </a:defRPr>
            </a:pPr>
            <a:r>
              <a:rPr/>
              <a:t>CODEBASE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Monorepo Structure &amp; File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blockchain/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├── contracts/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└── DataLeakLedger.sol        (371 lines)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├── test/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└── DataLeakLedger.test.ts    (20 contract tests)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├── scripts/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└── deploy.ts                 (deployment automation)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├── backend/src/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├── blockchain/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├── contractClient.ts     (228 lines)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└── eventListener.ts      (149 lines)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├── controllers/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├── documentController.ts (uploads &amp; registration)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├── downloadController.ts (watermarked delivery)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├── forensicsController.ts(leak attribution)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├── accessController.ts   (grant/revoke)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├── authController.ts     (JWT login)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└── blockchainController.ts(explorer API)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├── forensics/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├── encoder.ts            (steganography codec)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└── token.ts              (CSPRNG + Keccak-256)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├── watermark/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│   └── pdfGenerator.ts       (watermarked PDF output)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└── routes/ (6 route modules)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├── frontend/src/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├── pages/ (8 page components)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├── components/ (3 shared UI components)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├── hooks/ (useAuth context)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│   └── layouts/ (AppLayout shell)</a:t>
            </a:r>
          </a:p>
          <a:p>
            <a:pPr>
              <a:spcAft>
                <a:spcPts val="100"/>
              </a:spcAft>
              <a:defRPr sz="950">
                <a:solidFill>
                  <a:srgbClr val="CBD5E1"/>
                </a:solidFill>
                <a:latin typeface="JetBrains Mono"/>
              </a:defRPr>
            </a:pPr>
            <a:r>
              <a:t>└── shared/types.ts (shared TypeScript interfaces)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920240"/>
            <a:ext cx="4114800" cy="18288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148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Key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560320"/>
            <a:ext cx="35661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697480"/>
            <a:ext cx="35661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371 lines of Solidity smart contract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26 automated tests (20 contract + 6 forensic)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6 REST controllers, 6 route modules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8 frontend pages with dark cybersecurity theme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Socket.IO real-time blockchain event streaming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023360"/>
            <a:ext cx="4114800" cy="20116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4251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4663440"/>
            <a:ext cx="35661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800600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Hardhat 2 + Solidity 0.8.24 + OpenZeppelin 5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ethers.js v6 (contract interaction)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Express.js + Socket.IO (backend)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React 18 + TypeScript + Tailwind CSS (frontend)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Vite (dev server &amp; bundler)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Node.js crypto CSPRNG (token generation)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Inter"/>
              </a:defRPr>
            </a:pPr>
            <a:r>
              <a:rPr/>
              <a:t>SMART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DataLeakLedger.sol — On-Chain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0116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Inter"/>
              </a:defRPr>
            </a:pPr>
            <a:r>
              <a:t>Role-Based Access Control (RBAC)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ADMIN_ROLE: Document registration, versioning,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and user access permission management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ISSUER_ROLE: Restricted to backend signing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service for recording issuance commitments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DEFAULT_ADMIN_ROLE: OpenZeppelin role admin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All roles enforced via onlyRole() modifier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20116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Core Write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registerDocument(docId, contentHash)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Creates doc record + seals Version 1 hash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addVersion(docId, newContentHash)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Increments version, links previousHash chain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grantAccess / revokeAccess(docId, user)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recordIssuance(commitment, docId, ver, user)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83280" cy="20116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On-Chain Data Structures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DocumentRecord: id, admin, createdAt, version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DocumentVersion: contentHash, previousHash, ts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IssuanceRecord: commitment, docId, ver, user, ts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Mappings: _documents, _versions, _accessPerms,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_issuances + arrays for enumeration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Inter"/>
              </a:defRPr>
            </a:pPr>
            <a:r>
              <a:t>Events (Emitted On-Chain)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846320"/>
            <a:ext cx="46634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83479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FileRegistered(documentId, contentHash, admin, timestamp)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VersionAdded(documentId, version, contentHash, previousHash, admin, timestamp)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AccessGranted(documentId, user, admin, timestamp)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AccessRevoked(documentId, user, admin, timestamp)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IssuanceRecorded(issuanceCommitment, documentId, version, user, timestamp)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Every event is indexed for efficient log filtering and real-time WebSocket streaming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Inter"/>
              </a:defRPr>
            </a:pPr>
            <a:r>
              <a:t>Custom Error Selectors (Gas-Optimized)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846320"/>
            <a:ext cx="46634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983479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InvalidIdentifier() / InvalidContentHash() / InvalidUserAddress()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DocumentAlreadyExists(bytes32) / DocumentNotFound(bytes32)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VersionNotFound(bytes32, uint256) / CommitmentAlreadyExists(bytes32)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AccessDenied(bytes32, address)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Custom 4-byte selectors cost ~200 gas vs ~6000+ gas for revert strings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Reducing transaction costs by ~97% on error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BF24"/>
                </a:solidFill>
                <a:latin typeface="Inter"/>
              </a:defRPr>
            </a:pPr>
            <a:r>
              <a:rPr/>
              <a:t>CRYPTOGRAPHIC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Deterministic Hashing &amp; Immutable Version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237744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Inter"/>
              </a:defRPr>
            </a:pPr>
            <a:r>
              <a:t>Deterministic Canonicalization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1. Normalize line endings: \r\n and \r → \n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2. Strip trailing whitespace per line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3. Enforce UTF-8 encoding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4. Compute SHA-256 hash of normalized content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Eliminates cross-platform hash discrepancies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(Windows CRLF vs Mac CR vs Linux LF)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Avalanche effect: 1-bit change → completely different 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029200" cy="237744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Immutable Version Chain (Linked Hash Tree)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Version 1: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contentHash = SHA256(v1_content)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previousHash = 0x0000...0000 (genesis)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Version 2: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contentHash = SHA256(v2_content)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previousHash = SHA256(v1_content)  ← links back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Version N: Each links to N-1, never overwritten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515600" cy="18288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Inter"/>
              </a:defRPr>
            </a:pPr>
            <a:r>
              <a:t>Why This Architecture Matters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212080"/>
            <a:ext cx="99669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Any modification to a historical version breaks the forward hash chain — instantly detectable by any node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The contract stores only 32-byte SHA-256 hashes (not raw files) — ~45,000 gas fixed cost per registration vs ~640M gas for 1MB file storage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Version chain provides complete audit trail: every revision is permanently linked to its predecessor with cryptographic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A78BFA"/>
                </a:solidFill>
                <a:latin typeface="Inter"/>
              </a:defRPr>
            </a:pPr>
            <a:r>
              <a:rPr/>
              <a:t>CRYPTOGRAPHIC COMMITMENT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256-Bit CSPRNG Tokens &amp; Keccak-256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7432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Step 1: Token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834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Node.js crypto.randomBytes(32) generates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a cryptographically secure 256-bit (32-byte)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random token T for each document issuance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CSPRNG guarantees: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Not predictable (unlike Math.random())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Unique per issuance event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2²⁵⁶ possible values (astronomically large)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token.ts → generateIssuanceToken()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27432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Inter"/>
              </a:defRPr>
            </a:pPr>
            <a:r>
              <a:t>Step 2: One-Way Commitment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2834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 = Keccak-256(T)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Only commitment C is submitted to the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DataLeakLedger smart contract on-chain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Properties: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Pre-image resistant: Cannot derive T from C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Collision resistant: No two tokens share C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Deterministic: Same T always yields same C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token.ts → computeCommitment()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83280" cy="27432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Inter"/>
              </a:defRPr>
            </a:pPr>
            <a:r>
              <a:t>Why Not Store Raw Tokens?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2834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If raw tokens were stored on-chain or in DB: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 rogue admin could steal token T from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the database and plant it in fake leaks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Innocent users could be falsely framed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By storing only C = Keccak-256(T):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Token T exists ONLY inside the issued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document copy held by the recipient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No one else can produce T from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Complete Issuance Flow: token.ts → downloadController.ts → DataLeakLedger.sol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577840"/>
            <a:ext cx="99669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generateIssuanceToken() → { tokenHex, commitment }  →  recordIssuance(commitment, docId, version, user)  →  Mined TX receipt confirmed  →  embedWatermark(text, tokenHex)  →  Stream to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4D399"/>
                </a:solidFill>
                <a:latin typeface="Inter"/>
              </a:defRPr>
            </a:pPr>
            <a:r>
              <a:rPr/>
              <a:t>FORENSIC STEGANOGRAPHY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Zero-Width Unicode Invisible Watermarking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20116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Zero-Width Character Encoding (encoder.ts)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480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\u200B  (Zero Width Space)        → Binary bit 0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\u200C  (Zero Width Non-Joiner)    → Binary bit 1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\uFEFF  (Byte Order Mark)          → START frame delimiter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\u2060  (Word Joiner)              → END frame delimiter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Frame: START + 256 bits + END = 258 invisible characters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029200" cy="20116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Multi-Paragraph Redundancy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480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Marker frame is embedded at the END of EVERY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paragraph in the document, not just once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If a leaker copies only a single paragraph: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→ Full 256-bit token is STILL 100% recoverable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embedWatermark(text, tokenHex) in encoder.ts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splits by paragraph breaks and appends marker to 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029200" cy="22860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Inter"/>
              </a:defRPr>
            </a:pPr>
            <a:r>
              <a:t>Encoding Process (encodeTokenToZeroWidth)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846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79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1. Strip '0x' prefix from 64-char hex token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2. Convert to 32-byte Buffer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3. For each byte, extract 8 bits (MSB first)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4. Map each bit: 0 → \u200B, 1 → \u200C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5. Wrap with \uFEFF...\u2060 delimiters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6. Result: 258-char invisible Unicode string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Completely invisible to human eyes in any viewer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06240"/>
            <a:ext cx="5029200" cy="22860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Inter"/>
              </a:defRPr>
            </a:pPr>
            <a:r>
              <a:t>Extraction Process (extractMarkers)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846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83479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1. Scan text for \uFEFF START delimiter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2. Find matching \u2060 END delimiter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3. Decode payload: \u200B → 0, \u200C → 1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4. Validate: exactly 256 bits required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5. Convert 256 bits → 32-byte hex token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6. Handle: incomplete frames, malformed payloads,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duplicate markers (deduplication built-in)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Returns: ExtractedMarker[] with validity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Inter"/>
              </a:defRPr>
            </a:pPr>
            <a:r>
              <a:rPr/>
              <a:t>ATOMIC ENFORCEMENT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Secure Watermarked Document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103120" cy="29260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554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JWT Auth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554479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55447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Authenticate user via JWT token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Resolve Ethereum wallet address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authController.ts validates session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38404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8920" y="201168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0299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651760"/>
            <a:ext cx="2103120" cy="29260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880360"/>
            <a:ext cx="1554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On-Chain Permission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291840"/>
            <a:ext cx="1554479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429000"/>
            <a:ext cx="155447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Backend calls hasAccess(docId, user)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Queries LIVE contract state on-chain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If revoked → HTTP 403 Forbidden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92040" y="38404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74920" y="201168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0299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2651760"/>
            <a:ext cx="2103120" cy="29260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880360"/>
            <a:ext cx="1554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Inter"/>
              </a:defRPr>
            </a:pPr>
            <a:r>
              <a:t>Token + Commitment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3291840"/>
            <a:ext cx="1554479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3429000"/>
            <a:ext cx="155447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crypto.randomBytes(32) → token 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 = ethers.keccak256(T)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generateIssuanceToken() in token.ts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78040" y="38404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60920" y="20116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0299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651760"/>
            <a:ext cx="2103120" cy="29260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880360"/>
            <a:ext cx="1554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Inter"/>
              </a:defRPr>
            </a:pPr>
            <a:r>
              <a:t>Blockchain TX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291840"/>
            <a:ext cx="1554479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429000"/>
            <a:ext cx="155447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recordIssuance(C, docId, ver, user)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Wait for mined receipt (status == 1)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issuerContract sends signed TX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64040" y="38404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46920" y="20116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20299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2651760"/>
            <a:ext cx="2103120" cy="29260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2880360"/>
            <a:ext cx="1554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Inter"/>
              </a:defRPr>
            </a:pPr>
            <a:r>
              <a:t>Watermark &amp; Deliver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3291840"/>
            <a:ext cx="1554479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429000"/>
            <a:ext cx="155447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embedWatermark(content, tokenHex)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Generate PDF or TXT with markers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Stream with X-Issuance-Tx header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760720"/>
            <a:ext cx="10515600" cy="82296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9893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Inter"/>
              </a:defRPr>
            </a:pPr>
            <a:r>
              <a:t>Key Security Guarantee: downloadController.ts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" y="6400800"/>
            <a:ext cx="99669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6537959"/>
            <a:ext cx="996696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No file bytes leave the server until the blockchain transaction is CONFIRMED MINED — the commitment is permanently recorded BEFORE the watermarked document is streamed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7185"/>
                </a:solidFill>
                <a:latin typeface="Inter"/>
              </a:defRPr>
            </a:pPr>
            <a:r>
              <a:rPr/>
              <a:t>FORENSIC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Catching the Leaker — End-to-End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606040" cy="27432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1. Delimiter 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057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forensicsController.ts receives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suspect leaked text via POST API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extractMarkers() scans for \uFEFF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(START) and \u2060 (END) delimiters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83280" y="301752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39" y="1920240"/>
            <a:ext cx="2606040" cy="27432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2. Bit Decode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59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2697480"/>
            <a:ext cx="2057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Reconstructs 256 bits from payload: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\u200B → 0, \u200C → 1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Validates exactly 256 bits present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Converts to 32-byte hex token 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301752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920240"/>
            <a:ext cx="2606040" cy="27432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Inter"/>
              </a:defRPr>
            </a:pPr>
            <a:r>
              <a:t>3. Hash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79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697480"/>
            <a:ext cx="2057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computeCommitment(T) computes: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C = ethers.keccak256(T)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This is the same commitment that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was stored on-chain during issuance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1119" y="301752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920240"/>
            <a:ext cx="2606040" cy="27432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488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Inter"/>
              </a:defRPr>
            </a:pPr>
            <a:r>
              <a:t>4. Blockchain Lookup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2560320"/>
            <a:ext cx="205740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697480"/>
            <a:ext cx="2057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blockchain.getIssuance(C) queries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the DataLeakLedger smart contract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Returns: documentId, version, user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address, timestamp, and exists 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10515600" cy="155448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Inter"/>
              </a:defRPr>
            </a:pPr>
            <a:r>
              <a:t>5. Irrefutable Proof — IssuanceVerificationResult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577840"/>
            <a:ext cx="99669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1500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matched: true  ► commitment: 0x3a7f...  ► documentId: 0xab12...  ► documentTitle: 'Confidential Policy v3'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version: 2  ► userAddress: 0x3C44...93BC (Alice)  ► username: 'alice'  ► timestamp: 1698345600 (block timestamp)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Cryptographic commitment matched in DataLeakLedger on-chain registry — mathematically irrefutable attribution to the specific user's wallet address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Inter"/>
              </a:defRPr>
            </a:pPr>
            <a:r>
              <a:rPr/>
              <a:t>FRONTEND &amp; REAL-TIME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React 18 UI &amp; WebSocket Event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45720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8 Frontend Pages (frontend/src/pages/)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480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LoginPage: JWT auth with wallet address resolution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AdminDashboardPage: Overview metrics, recent activity, quick actions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DocumentsPage: Upload, register, SHA-256 hash, version management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AccessControlPage: Grant/revoke per-user permissions on-chain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UserPortalPage: User's accessible docs, download with watermark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ForensicsPage: Paste leaked text → extract → attribute to user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BlockchainExplorerPage: Inspect blocks, transactions, gas, receipts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AuditTimelinePage: Chronological event log from blockchain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029200" cy="21031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Real-Time WebSocket Events (eventListener.ts)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6032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44805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BlockchainEventListener class subscribes to all 5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contract events using ethers.js event filters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Socket.IO broadcasts to all connected frontends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Events: blockchain:event, document:registered,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version:added, access:granted, access:revoked,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access-revoked, issuance:recorded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97680"/>
            <a:ext cx="5029200" cy="219456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Inter"/>
              </a:defRPr>
            </a:pPr>
            <a:r>
              <a:t>Frontend Architecture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937760"/>
            <a:ext cx="44805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5074920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AuthProvider context (useAuth hook) manages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user state, JWT tokens, and role detection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ProtectedRoute component guards admin-only pages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AppLayout shell with responsive sidebar navigation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Shared UI components: Badge, Card, HashDisplay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Vite dev server with HMR for rapid development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Tailwind CSS dark mode theme throughout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BF24"/>
                </a:solidFill>
                <a:latin typeface="Inter"/>
              </a:defRPr>
            </a:pPr>
            <a:r>
              <a:rPr/>
              <a:t>SCOPE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Security Guarantees, Known Limits &amp;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5603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Inter"/>
              </a:defRPr>
            </a:pPr>
            <a:r>
              <a:t>What It Mathematically Guarantees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834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✓ Proves leaked text originated from a specific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copy issued to a specific wallet address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✓ Tamper-proof audit trail: EVM blocks are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cryptographically linked via parentHash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✓ Non-repudiation: ECDSA-signed transactions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mean signers cannot deny their actions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✓ Commitment scheme prevents framing attacks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25603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Inter"/>
              </a:defRPr>
            </a:pPr>
            <a:r>
              <a:t>Known Limitations (Analog Hole)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2834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✗ Photographing screen bypasses zero-width chars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✗ Manually re-typing text on keyboard removes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all embedded markers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✗ Regex scripts filtering non-printable Unicode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can strip the watermark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✗ Hardhat simulates single-node; production needs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   QBFT consensus across independent auditors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83280" cy="256032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Inter"/>
              </a:defRPr>
            </a:pPr>
            <a:r>
              <a:t>Test Coverage (26 Tests)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560320"/>
            <a:ext cx="283464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2834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Smart Contract (20 tests):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Document registration &amp; duplicate rejection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Version chaining &amp; previousHash validation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Access grant/revoke/check flows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Issuance commitments &amp; duplicate rejection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All 8 custom error conditions tested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Forensic Engine (6 tests):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Encode, embed, extract, decode, edge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515600" cy="1828800"/>
          </a:xfrm>
          <a:prstGeom prst="roundRect">
            <a:avLst/>
          </a:prstGeom>
          <a:solidFill>
            <a:srgbClr val="101832"/>
          </a:solidFill>
          <a:ln w="12700">
            <a:solidFill>
              <a:srgbClr val="203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Inter"/>
              </a:defRPr>
            </a:pPr>
            <a:r>
              <a:t>Academic Context &amp; Production Considerations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394960"/>
            <a:ext cx="9966960" cy="19050"/>
          </a:xfrm>
          <a:prstGeom prst="rect">
            <a:avLst/>
          </a:prstGeom>
          <a:solidFill>
            <a:srgbClr val="2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This is a complete working prototype deployed on Hardhat local network for academic demonstration purposes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Production deployment would require: QBFT consensus (e.g., Hyperledger Besu), proper key management (HSM), database persistence (PostgreSQL), IPFS for file storage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The core cryptographic guarantees (hash integrity, commitment scheme, steganographic encoding) are mathematically sound and production-applicable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  <a:latin typeface="Inter"/>
              </a:defRPr>
            </a:pPr>
            <a:r>
              <a:t>► All 26 automated tests pass — the system is verified against its specification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JetBrains Mon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